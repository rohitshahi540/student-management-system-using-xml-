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1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058C-7713-9E31-AAB8-689CF4B63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7384E-FF5C-F457-B6E3-CCC5018EE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66EAD-9DD7-2C09-B3A9-187E731C3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2D4FF-57BA-DFB1-7C86-2CAC8D8CC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EC327-A8EE-3F6F-E8CF-36B699666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7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154D-14EA-B249-408A-6BD80A984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A2B20-58D9-AFDC-698B-F119A73CB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366E5-6046-E502-4A72-1C0AA5880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6C47A-5BE4-7C03-DCE6-8038A94A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93F4C-28ED-3032-9176-DEC058C2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761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6FD3-8D1D-B2F6-53D9-8AD931983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40192-2CF7-6D62-3A68-86EC4A719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89B87-3EB7-2E2F-536B-6021D34E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9EE0E-803A-355C-687B-96448E00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8B185-3A24-F3B9-3C0E-06FFFBB6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39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6E0E-4009-9206-AA08-BDC80A4B1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7C7DA-5068-7F67-9DF7-75C6F0003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00436-BC74-A592-698B-B87DE818A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AD4F8-247F-7458-8217-3A257A9F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7D7F5-96FF-38CE-4535-C6BB7EBC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1EC4B-9365-8DA0-060F-938BCBB40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49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85E7-1561-FD0D-0468-9D1A65D8E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FB7CB-4EB9-C896-1967-C6567C642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CB1BF-BCCB-A357-6AFF-F5EAA0822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9F91A-8481-616C-2ECC-06776F1C8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A59F5E-0F73-7F6C-61E3-CBE949290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D3B27-A045-03CA-45BE-918930C3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C44A74-ED6B-0F3B-4772-B630111C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B8B9FF-94B7-C830-9437-131FB3CB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951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9D6F2-54CA-D3DA-2B57-44D604CFE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50B27-F021-9EEF-2BFE-9BF22861B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A16D5E-8977-4340-11DD-C42EBD72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4CEBA-787E-7A8C-C6E3-3286BF1F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39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F7F76-B750-CE13-F17F-028D549A4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CA7317-B6AA-D3E1-E8AE-DB046D59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CD524-BC12-B3D9-EA5E-EC315EF8F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192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79C0-9058-D776-1A96-9E6C40D2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83041-6E26-699F-517F-DF0695296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987A8-A12F-1BD6-7A4A-B3B02D6FC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29406-20FB-0DB8-1AA6-F7416EF93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D6A26-44B8-3A7E-0A06-B6C992D9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65D5D-BB28-0716-E76A-43B7AA50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039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326A7-53A5-6DEE-A704-5A272E60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D06E4-CFAB-2BE0-FF31-3EF77E548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27B44-C089-8A39-2F45-E9C7492D5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33FCA-067F-7202-F686-07AE72542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3A261-A396-4E1C-3004-666AD8417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E7B64-26A7-AFF1-9689-2E4569035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694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7DC5-FCBB-8291-FDC3-746D0023A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F84697-4825-AAD3-3410-29101CBBC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268E0-534B-80CC-DAE2-6CF0AE07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73423-D414-E7F2-BA03-5139F20E4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2A0E8-40E9-C519-71FD-BB2425FF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4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45D8CA-9CCF-2926-81AA-313189D3A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E3AF9-DBC0-A1CB-CC5B-2F98BF18B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4DF4C-0015-9A95-AB96-206CFB437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E5C9D-FB5B-197E-89AA-8595B322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4534C-3D90-4663-651B-C9D674CB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23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CC4FBC-76FA-B4C5-628B-2F7A2C862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41E1B-B02F-6AAA-F682-C8960EC6F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ADAD-91E1-765A-91FA-35643239B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932EB-BCA0-4AE0-8658-40CACCEC79F8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4152-A091-8A39-F7BF-5610EBD8E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DE638-CE3B-7B04-C282-977D9DB4F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6E21C-E246-4DD9-A9A0-EE82EA398D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172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840C-5B3F-8BAB-D50A-FB8065A57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46684"/>
            <a:ext cx="12192000" cy="1764631"/>
          </a:xfrm>
        </p:spPr>
        <p:txBody>
          <a:bodyPr>
            <a:normAutofit/>
          </a:bodyPr>
          <a:lstStyle/>
          <a:p>
            <a:r>
              <a:rPr lang="en-GB" b="1" dirty="0">
                <a:latin typeface="Arial Narrow" panose="020B0606020202030204" pitchFamily="34" charset="0"/>
              </a:rPr>
              <a:t>Student Information Management System using XML</a:t>
            </a:r>
          </a:p>
        </p:txBody>
      </p:sp>
    </p:spTree>
    <p:extLst>
      <p:ext uri="{BB962C8B-B14F-4D97-AF65-F5344CB8AC3E}">
        <p14:creationId xmlns:p14="http://schemas.microsoft.com/office/powerpoint/2010/main" val="1434119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027-07C0-F25E-8A15-B33798B9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3" y="365126"/>
            <a:ext cx="11614483" cy="1014496"/>
          </a:xfrm>
        </p:spPr>
        <p:txBody>
          <a:bodyPr/>
          <a:lstStyle/>
          <a:p>
            <a:r>
              <a:rPr lang="en-GB" dirty="0"/>
              <a:t>Project Explanation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5F1BA-0647-06AD-4766-C916C4BA3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74" y="1379621"/>
            <a:ext cx="11614484" cy="5113254"/>
          </a:xfrm>
        </p:spPr>
        <p:txBody>
          <a:bodyPr>
            <a:normAutofit/>
          </a:bodyPr>
          <a:lstStyle/>
          <a:p>
            <a:r>
              <a:rPr lang="en-GB" dirty="0"/>
              <a:t>This project is a Student Information System using XML.</a:t>
            </a:r>
          </a:p>
          <a:p>
            <a:r>
              <a:rPr lang="en-GB" dirty="0"/>
              <a:t>It stores details of students in a structured and organized format.</a:t>
            </a:r>
          </a:p>
          <a:p>
            <a:r>
              <a:rPr lang="en-GB" dirty="0"/>
              <a:t>This root element is &lt;</a:t>
            </a:r>
            <a:r>
              <a:rPr lang="en-GB" dirty="0" err="1"/>
              <a:t>Student_Info</a:t>
            </a:r>
            <a:r>
              <a:rPr lang="en-GB" dirty="0"/>
              <a:t>&gt;, which contains multiple &lt;</a:t>
            </a:r>
            <a:r>
              <a:rPr lang="en-GB" dirty="0" err="1"/>
              <a:t>Student_Details</a:t>
            </a:r>
            <a:r>
              <a:rPr lang="en-GB" dirty="0"/>
              <a:t>&gt; elements.</a:t>
            </a:r>
          </a:p>
          <a:p>
            <a:r>
              <a:rPr lang="en-GB" dirty="0"/>
              <a:t>Each student has a unique ID and includes information like: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Name                                     6. Phone Number      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Gender                                   7. Address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Course                                    8. Department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Date of Birth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Email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80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A151-5DE9-DC6D-FE98-12A18562C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95" y="365125"/>
            <a:ext cx="11967410" cy="949029"/>
          </a:xfrm>
        </p:spPr>
        <p:txBody>
          <a:bodyPr/>
          <a:lstStyle/>
          <a:p>
            <a:pPr algn="ctr"/>
            <a:r>
              <a:rPr lang="en-GB" b="1" u="sng" dirty="0"/>
              <a:t>XML CODE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2BCF6D-9D2A-79E1-5F9F-079194236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0" y="1314154"/>
            <a:ext cx="11999495" cy="534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59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80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Office Theme</vt:lpstr>
      <vt:lpstr>Student Information Management System using XML</vt:lpstr>
      <vt:lpstr>Project Explanation </vt:lpstr>
      <vt:lpstr>XML CODE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SHAHI</dc:creator>
  <cp:lastModifiedBy>ROHIT SHAHI</cp:lastModifiedBy>
  <cp:revision>2</cp:revision>
  <dcterms:created xsi:type="dcterms:W3CDTF">2026-04-03T05:02:06Z</dcterms:created>
  <dcterms:modified xsi:type="dcterms:W3CDTF">2026-04-07T03:49:19Z</dcterms:modified>
</cp:coreProperties>
</file>